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</a:rPr>
              <a:t>FORUM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202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0DA"/>
                </a:solidFill>
              </a:rPr>
              <a:t>Application web de forum — Go · SQLite ·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26948" y="2834640"/>
            <a:ext cx="256032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9B4FA"/>
                </a:solidFill>
              </a:rPr>
              <a:t>Langage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Go 1.25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1860" y="2834640"/>
            <a:ext cx="256032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18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9B4FA"/>
                </a:solidFill>
              </a:rPr>
              <a:t>BDD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1860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6772" y="2834640"/>
            <a:ext cx="256032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6772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9B4FA"/>
                </a:solidFill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772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Local + GitHub + Google OAuth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1684" y="2834640"/>
            <a:ext cx="256032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1684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9B4FA"/>
                </a:solidFill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1684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Docker / docker-compose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0DA"/>
                </a:solidFill>
              </a:rPr>
              <a:t>Projet réalisé en équipe — B1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Présentation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Un forum complet développé from scratch en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9B4FA"/>
                </a:solidFill>
              </a:rPr>
              <a:t>Qu'est-ce que c'est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Forum web multithématique (posts, commentaires, réactions)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1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Inscription, connexion, déconnexion sécurisées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9463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Connexion via compte GitHub ou Google (OAuth 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1693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Catégorisation des posts, recherche par mot-clé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644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Système de likes / dislikes sur posts et commentaires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79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Upload d'images dans les posts (JPEG, PNG, GIF)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93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Modification et suppression de ses propres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A6E3A1"/>
                </a:solidFill>
              </a:rPr>
              <a:t>Pourquoi Go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Serveur HTTP natif (net/http) — pas de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21991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Performances élevées, faible consommation mémoire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9463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Compilation statique → déploiement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169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Typage fort, gestion explicite des erreurs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644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Idéal pour apprendre les bases du web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Architecture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Organisation des packages 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10312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103120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9B4FA"/>
                </a:solidFill>
              </a:rPr>
              <a:t>handlers/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A"/>
                </a:solidFill>
              </a:rPr>
              <a:t>Reçoit les requêtes HTTP
Gère la logique métier
Appelle database/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1463040"/>
            <a:ext cx="210312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24328" y="1463040"/>
            <a:ext cx="2103120" cy="5486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6E3A1"/>
                </a:solidFill>
              </a:rPr>
              <a:t>database/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1488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A"/>
                </a:solidFill>
              </a:rPr>
              <a:t>Requêtes SQL SQLite
CRUD complet
Transactions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7176" y="1463040"/>
            <a:ext cx="210312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37176" y="1463040"/>
            <a:ext cx="2103120" cy="54864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717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9E2AF"/>
                </a:solidFill>
              </a:rPr>
              <a:t>models/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21488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A"/>
                </a:solidFill>
              </a:rPr>
              <a:t>Structures de données
Post, User, Comment…
TemplateData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024" y="1463040"/>
            <a:ext cx="210312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0024" y="1463040"/>
            <a:ext cx="2103120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38BA8"/>
                </a:solidFill>
              </a:rPr>
              <a:t>templates/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1488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A"/>
                </a:solidFill>
              </a:rPr>
              <a:t>Fichiers .tmpl (HTML)
Rendu côté serveur
Données injectées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2872" y="1463040"/>
            <a:ext cx="210312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62872" y="1463040"/>
            <a:ext cx="2103120" cy="54864"/>
          </a:xfrm>
          <a:prstGeom prst="rect">
            <a:avLst/>
          </a:prstGeom>
          <a:solidFill>
            <a:srgbClr val="CC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CD0DA"/>
                </a:solidFill>
              </a:rPr>
              <a:t>fake/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14884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0DA"/>
                </a:solidFill>
              </a:rPr>
              <a:t>Couche d'abstraction
entre handlers
et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main.go  →  déclare toutes les routes HTTP et démarre le serveur sur :8085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3 méthodes de connexion — sessions cookie HttpOnly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383280" cy="4480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9B4FA"/>
                </a:solidFill>
              </a:rPr>
              <a:t>Locale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Email + mot de passe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Hachage bcrypt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Email unique en BDD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954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Session UUID 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Cookie HttpOnly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383280" cy="4480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6E3A1"/>
                </a:solidFill>
              </a:rPr>
              <a:t>GitHub OAuth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Redirection → github.com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414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Callback /auth/github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254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Récupère email +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0954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Crée compte si nouveau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93591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provider = 'github'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3383280" cy="4480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9E2AF"/>
                </a:solidFill>
              </a:rPr>
              <a:t>Google OAuth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574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Redirection → google.com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414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Callback /auth/google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254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Récupère email + nom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20954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Crée compte si nouveau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593591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provider = 'google'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Posts &amp; Commentaires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Cœur du forum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4663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9B4FA"/>
                </a:solidFill>
              </a:rPr>
              <a:t>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Titre, contenu, 1 à N catégories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Image optionnelle (max 20 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Validation du type par magic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Auteur stocké → seul lui peut modifier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Modification titre + contenu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Suppression définitive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Tri du plus récent au plus ancien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394960" cy="4663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6E3A1"/>
                </a:solidFill>
              </a:rPr>
              <a:t>Commentaires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Liés à un post existant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Contenu non vide requis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Connexion obligatoire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Likes / Dislikes sur commentaires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Affichage du nombre de réactions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Auteur affiché avec chaque commentaire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Horodatage automatique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SQLite — 6 tables —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474720" cy="411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9B4FA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id
  · email
  · username
  · password_hash
  · provider
  · provider_id
  · created_at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371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371600"/>
            <a:ext cx="3474720" cy="411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6E3A1"/>
                </a:solidFill>
              </a:rP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828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id (UUID)
  · user_id → users
  · expires_at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371600"/>
            <a:ext cx="3474720" cy="4114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E2AF"/>
                </a:solidFill>
              </a:rP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id
  · name (unique)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3474720" cy="4114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8BA8"/>
                </a:solidFill>
              </a:rPr>
              <a:t>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id
  · title
  · content
  · image_path
  · author_id → users
  · created_at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657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3657600"/>
            <a:ext cx="3474720" cy="41148"/>
          </a:xfrm>
          <a:prstGeom prst="rect">
            <a:avLst/>
          </a:prstGeom>
          <a:solidFill>
            <a:srgbClr val="CC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D0DA"/>
                </a:solidFill>
              </a:rPr>
              <a:t>post_categories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14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post_id → posts
  · category_id → categories
  · (PK composite)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657600"/>
            <a:ext cx="3474720" cy="2011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3657600"/>
            <a:ext cx="3474720" cy="4114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9B4FA"/>
                </a:solidFill>
              </a:rPr>
              <a:t>likes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114800"/>
            <a:ext cx="3291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  · id
  · user_id → users
  · post_id?
  · comment_id?
  · value (+1/-1)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Routes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net/http standard library — mux personnalisé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1732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Accueil — liste posts + recherche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55648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5564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/register  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55648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Formulaires inscription / connexion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93976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93976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93976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/register  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093976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Traitement formulaires + création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432304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3230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/logout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432304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Suppression cookie + session BDD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0632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770632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7063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770632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Affiche un post et ses commentaires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108960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08960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/posts/{id}/comments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10896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Ajoute un commentaire (auth requis)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47287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447287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447287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/posts/create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447287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Formulaire création post (auth requis)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785615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785615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/posts/create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85615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Enregistre post + image (auth requis)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23944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123944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0DA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123944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/posts/{id}/like|dislike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123944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Like ou dislike sur un 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462272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0DA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46227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/posts/{id}/edit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462272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Formulaire édition (auteur uniquement)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800600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800600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0DA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800600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/posts/{id}/edit|delete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80060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Modifie ou supprime le 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138928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5138928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/categories  /random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138928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Liste catégories / post aléatoire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477255"/>
            <a:ext cx="11640312" cy="338328"/>
          </a:xfrm>
          <a:prstGeom prst="rect">
            <a:avLst/>
          </a:prstGeom>
          <a:solidFill>
            <a:srgbClr val="28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477255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477255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/auth/github|google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5477255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Redirection OAuth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Docker + docker-compose — build multi-stage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2103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9B4FA"/>
                </a:solidFill>
              </a:rPr>
              <a:t>Container 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937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Image : alpine:3.19 (légère)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4937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Crée /data et reste en 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4937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Healthcheck avant démarrage forum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26664"/>
            <a:ext cx="4937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Volume forum_data partagé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2103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6E3A1"/>
                </a:solidFill>
              </a:rPr>
              <a:t>Container  forum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Build multi-stage (builder + runtime)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50008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CGO activé pour go-sqlite3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88336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Binaire statique — image finale Debian slim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26664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Port 8085 exposé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11430000" cy="1828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E2AF"/>
                </a:solidFill>
              </a:rPr>
              <a:t>Build multi-stage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Stage 1 (builder) : golang:1.26-alpine + gcc → compile le binaire avec CGO_ENABLED=1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817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Stage 2 (runtime) : debian:bookworm-slim → copie uniquement le binaire + templates + static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6577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▸  Résultat : image finale légère (~30 Mo), sans toolchain Go, démarrage rapide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Points techniques notables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Choix d'implémentation intéressants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715000" cy="2057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5720" cy="2057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Magic bytes pour validation d'image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Le type MIME n'est pas vérifié via l'extension (falsifiable)
mais par lecture des premiers octets du fichier (JPEG: FF D8 FF, PNG: 89 50 4E 47, GIF: 47 49 46)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715000" cy="2057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45720" cy="2057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Requête SQL partagée (postSelectQuery)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Une constante SQL de base est réutilisée par GetAllPosts, GetPostByID et GetPostsByCategory
pour éviter la duplication. Chaque fonction ajoute juste sa clause WHERE/GROUP BY.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715000" cy="2057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45720" cy="20574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Interface scanPost pour Rows et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Une seule fonction scanPost accepte une interface { Scan(...any) error }
ce qui évite de dupliquer le scan pour *sql.Rows (Query) et *sql.Row (QueryRow).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749039"/>
            <a:ext cx="5715000" cy="2057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749039"/>
            <a:ext cx="45720" cy="20574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404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8BA8"/>
                </a:solidFill>
              </a:rPr>
              <a:t>Sessions côté serveur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434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L'UUID de session est stocké en BDD avec une expiration 24h.
Le cookie HttpOnly empêche l'accès JavaScript → protection XSS.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47472"/>
            <a:ext cx="54864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Bilan &amp;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0DA"/>
                </a:solidFill>
              </a:rPr>
              <a:t>Ce qu'on a appris, ce qui reste à faire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663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6E3A1"/>
                </a:solidFill>
              </a:rPr>
              <a:t>Ce que le projet couvre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Serveur HTTP from scratch en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CRUD complet sur 3 entités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OAuth 2.0 réel (GitHub + 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Sécurité : bcrypt, HttpOnly,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Upload de fichiers avec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Containerisation Docker multi-stage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Routing avancé (Go 1.22 patterns)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03520" cy="4663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8BA8"/>
                </a:solidFill>
              </a:rPr>
              <a:t>Améliorations possibles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Pagination des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Profil utilisateur modifiable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Notifications en temps réel (WebSocket)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Tests unitaires et d'intégration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Middleware d'authentification centralisé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Rate limiting sur les formulaires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A"/>
                </a:solidFill>
              </a:rPr>
              <a:t>▸  CI/CD GitHub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